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E403-7147-7510-0D7F-59099299B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584" y="1380068"/>
            <a:ext cx="10618440" cy="2616199"/>
          </a:xfrm>
        </p:spPr>
        <p:txBody>
          <a:bodyPr/>
          <a:lstStyle/>
          <a:p>
            <a:r>
              <a:rPr lang="en-US" b="1" dirty="0"/>
              <a:t>DVD Rental Business Intelligence Project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E1CF2-B9D3-4E0B-CF7D-589BFFF475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ABEL JOSIAH</a:t>
            </a:r>
          </a:p>
        </p:txBody>
      </p:sp>
    </p:spTree>
    <p:extLst>
      <p:ext uri="{BB962C8B-B14F-4D97-AF65-F5344CB8AC3E}">
        <p14:creationId xmlns:p14="http://schemas.microsoft.com/office/powerpoint/2010/main" val="127626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43D7-4249-9DF9-02FA-6D66D0FF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9144"/>
            <a:ext cx="10018713" cy="92548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81E9E-A959-0DA6-6916-C02AD516F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4631"/>
            <a:ext cx="10018713" cy="45165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/>
              <a:t>The data-driven insights will help this DVD Rental Business improve its revenue, customer retention, inventory, staff performance, and other important aspects. To achieve this, I extracted relevant </a:t>
            </a:r>
            <a:r>
              <a:rPr lang="en-US" sz="3200" dirty="0" err="1"/>
              <a:t>relevant</a:t>
            </a:r>
            <a:r>
              <a:rPr lang="en-US" sz="3200" dirty="0"/>
              <a:t> data from the firm’s database, clean them, and performed the necessary EDA using pandas. The </a:t>
            </a:r>
            <a:r>
              <a:rPr lang="en-US" sz="3200" dirty="0" err="1"/>
              <a:t>streamlit</a:t>
            </a:r>
            <a:r>
              <a:rPr lang="en-US" sz="3200" dirty="0"/>
              <a:t> dashboard app and insights from the analyses help the management take actionable steps towards improving the rental business. </a:t>
            </a:r>
          </a:p>
        </p:txBody>
      </p:sp>
    </p:spTree>
    <p:extLst>
      <p:ext uri="{BB962C8B-B14F-4D97-AF65-F5344CB8AC3E}">
        <p14:creationId xmlns:p14="http://schemas.microsoft.com/office/powerpoint/2010/main" val="259199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1702-5123-B177-DFAD-D32427F1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9BE8-C849-0155-7023-BA45E213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9144"/>
            <a:ext cx="10018713" cy="92548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63AA3-02A1-2C36-8542-71ADF73B5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4631"/>
            <a:ext cx="10018713" cy="4516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purpose of this project is to provide actionable insight for the DVD Rental Business managements. And to achieve this I:</a:t>
            </a:r>
          </a:p>
          <a:p>
            <a:pPr fontAlgn="base"/>
            <a:r>
              <a:rPr lang="en-US" sz="3200" dirty="0"/>
              <a:t>Used </a:t>
            </a:r>
            <a:r>
              <a:rPr lang="en-US" sz="3200" b="1" dirty="0"/>
              <a:t>SQL</a:t>
            </a:r>
            <a:r>
              <a:rPr lang="en-US" sz="3200" dirty="0"/>
              <a:t> to extract business data.</a:t>
            </a:r>
          </a:p>
          <a:p>
            <a:pPr fontAlgn="base"/>
            <a:r>
              <a:rPr lang="en-US" sz="3200" dirty="0"/>
              <a:t>Used </a:t>
            </a:r>
            <a:r>
              <a:rPr lang="en-US" sz="3200" b="1" dirty="0"/>
              <a:t>Python</a:t>
            </a:r>
            <a:r>
              <a:rPr lang="en-US" sz="3200" dirty="0"/>
              <a:t> to explore and analyze trends.</a:t>
            </a:r>
          </a:p>
          <a:p>
            <a:pPr fontAlgn="base"/>
            <a:r>
              <a:rPr lang="en-US" sz="3200" dirty="0"/>
              <a:t>Used </a:t>
            </a:r>
            <a:r>
              <a:rPr lang="en-US" sz="3200" b="1" dirty="0" err="1"/>
              <a:t>Streamlit</a:t>
            </a:r>
            <a:r>
              <a:rPr lang="en-US" sz="3200" dirty="0"/>
              <a:t> to build a decision-support dashboard.</a:t>
            </a:r>
          </a:p>
        </p:txBody>
      </p:sp>
    </p:spTree>
    <p:extLst>
      <p:ext uri="{BB962C8B-B14F-4D97-AF65-F5344CB8AC3E}">
        <p14:creationId xmlns:p14="http://schemas.microsoft.com/office/powerpoint/2010/main" val="244985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4C78-06D8-BBF3-6A33-E95D713F8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AE46D-81CC-8776-2F87-28FDA3A1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9144"/>
            <a:ext cx="10018713" cy="925487"/>
          </a:xfrm>
        </p:spPr>
        <p:txBody>
          <a:bodyPr/>
          <a:lstStyle/>
          <a:p>
            <a:r>
              <a:rPr lang="en-US" dirty="0"/>
              <a:t>APPLICATION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A2B8-E375-3045-81A1-5BCC8EBB7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4632"/>
            <a:ext cx="10018713" cy="3646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following applications helped in conducting insightful analyses:</a:t>
            </a:r>
          </a:p>
          <a:p>
            <a:pPr fontAlgn="base"/>
            <a:r>
              <a:rPr lang="en-US" sz="3200" b="1" dirty="0" err="1"/>
              <a:t>PostgresSQL</a:t>
            </a:r>
            <a:r>
              <a:rPr lang="en-US" sz="3200" dirty="0"/>
              <a:t> for data extraction.</a:t>
            </a:r>
          </a:p>
          <a:p>
            <a:pPr fontAlgn="base"/>
            <a:r>
              <a:rPr lang="en-US" sz="3200" b="1" dirty="0"/>
              <a:t>Python (</a:t>
            </a:r>
            <a:r>
              <a:rPr lang="en-US" sz="3200" dirty="0"/>
              <a:t>Jupyter Notebook, Pandas, </a:t>
            </a:r>
            <a:r>
              <a:rPr lang="en-US" sz="3200" dirty="0" err="1"/>
              <a:t>Plotly</a:t>
            </a:r>
            <a:r>
              <a:rPr lang="en-US" sz="3200" b="1" dirty="0"/>
              <a:t>)</a:t>
            </a:r>
            <a:r>
              <a:rPr lang="en-US" sz="3200" dirty="0"/>
              <a:t> for EDA.</a:t>
            </a:r>
          </a:p>
          <a:p>
            <a:pPr fontAlgn="base"/>
            <a:r>
              <a:rPr lang="en-US" sz="3200" b="1" dirty="0" err="1"/>
              <a:t>Streamlit</a:t>
            </a:r>
            <a:r>
              <a:rPr lang="en-US" sz="3200" dirty="0"/>
              <a:t> for decision-support dashboard.</a:t>
            </a:r>
          </a:p>
        </p:txBody>
      </p:sp>
    </p:spTree>
    <p:extLst>
      <p:ext uri="{BB962C8B-B14F-4D97-AF65-F5344CB8AC3E}">
        <p14:creationId xmlns:p14="http://schemas.microsoft.com/office/powerpoint/2010/main" val="1303921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7DE5-15B6-882B-FF38-DA1C26E0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EDB9-6602-9FC1-B0C7-2705DCA8D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9144"/>
            <a:ext cx="10018713" cy="925487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465F-789C-1922-E4AC-1D8AD2A9A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4632"/>
            <a:ext cx="10018713" cy="2732104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3200" dirty="0"/>
              <a:t>Etraction – Table Joining difficulties.</a:t>
            </a:r>
          </a:p>
          <a:p>
            <a:pPr fontAlgn="base"/>
            <a:r>
              <a:rPr lang="en-US" sz="3200" dirty="0"/>
              <a:t>Merging – Some tables lack relational primary keys</a:t>
            </a:r>
          </a:p>
          <a:p>
            <a:pPr marL="0" indent="0" fontAlgn="base">
              <a:buNone/>
            </a:pPr>
            <a:r>
              <a:rPr lang="en-US" sz="3200" dirty="0"/>
              <a:t>I joined the tables with proper primary and foreign keys and extracted a unified data for </a:t>
            </a:r>
            <a:r>
              <a:rPr lang="en-US" sz="3200" dirty="0" err="1"/>
              <a:t>streamlit</a:t>
            </a:r>
            <a:r>
              <a:rPr lang="en-US" sz="3200" dirty="0"/>
              <a:t>. This process involved an extensive research online and help from colleagues. </a:t>
            </a:r>
          </a:p>
        </p:txBody>
      </p:sp>
    </p:spTree>
    <p:extLst>
      <p:ext uri="{BB962C8B-B14F-4D97-AF65-F5344CB8AC3E}">
        <p14:creationId xmlns:p14="http://schemas.microsoft.com/office/powerpoint/2010/main" val="73225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1658-C95F-2F88-3D28-6FBA2BD4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3092-2810-872B-0493-B98758DA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9144"/>
            <a:ext cx="10018713" cy="925487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8F204-9AB9-7DF7-E4C4-427ACF8E4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4632"/>
            <a:ext cx="10018713" cy="2732104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sz="3200" dirty="0"/>
              <a:t>Etraction – Table Joining difficulties.</a:t>
            </a:r>
          </a:p>
          <a:p>
            <a:pPr fontAlgn="base"/>
            <a:r>
              <a:rPr lang="en-US" sz="3200" dirty="0"/>
              <a:t>Merging – Some tables lack relational primary keys.</a:t>
            </a:r>
          </a:p>
          <a:p>
            <a:pPr fontAlgn="base"/>
            <a:r>
              <a:rPr lang="en-US" sz="3200" dirty="0" err="1"/>
              <a:t>Streamlit</a:t>
            </a:r>
            <a:r>
              <a:rPr lang="en-US" sz="3200" dirty="0"/>
              <a:t> – Creating a multi-paged dashboard.</a:t>
            </a:r>
          </a:p>
          <a:p>
            <a:pPr marL="0" indent="0" fontAlgn="base">
              <a:buNone/>
            </a:pPr>
            <a:r>
              <a:rPr lang="en-US" sz="3200" dirty="0"/>
              <a:t>I joined the tables with proper primary and foreign keys and extracted a unified data for </a:t>
            </a:r>
            <a:r>
              <a:rPr lang="en-US" sz="3200" dirty="0" err="1"/>
              <a:t>streamlit</a:t>
            </a:r>
            <a:r>
              <a:rPr lang="en-US" sz="3200" dirty="0"/>
              <a:t>. This process involved an extensive research online and help from colleagues. </a:t>
            </a:r>
          </a:p>
        </p:txBody>
      </p:sp>
    </p:spTree>
    <p:extLst>
      <p:ext uri="{BB962C8B-B14F-4D97-AF65-F5344CB8AC3E}">
        <p14:creationId xmlns:p14="http://schemas.microsoft.com/office/powerpoint/2010/main" val="313681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51CA-4434-890D-3273-B34F8F3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B304-DF07-4EBB-804A-00ED9C2A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9144"/>
            <a:ext cx="10018713" cy="92548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C4C3-F431-76E1-40F1-F9DA77920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274632"/>
            <a:ext cx="10018713" cy="2732104"/>
          </a:xfrm>
        </p:spPr>
        <p:txBody>
          <a:bodyPr>
            <a:normAutofit/>
          </a:bodyPr>
          <a:lstStyle/>
          <a:p>
            <a:pPr fontAlgn="base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46196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52</TotalTime>
  <Words>259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DVD Rental Business Intelligence Project</vt:lpstr>
      <vt:lpstr>INTRODUCTION</vt:lpstr>
      <vt:lpstr>OBJECTIVES</vt:lpstr>
      <vt:lpstr>APPLICATION USED</vt:lpstr>
      <vt:lpstr>CHALLENGES</vt:lpstr>
      <vt:lpstr>CHALLENGES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Abel Josiah</dc:creator>
  <cp:lastModifiedBy>Abel Josiah</cp:lastModifiedBy>
  <cp:revision>12</cp:revision>
  <dcterms:created xsi:type="dcterms:W3CDTF">2026-07-09T18:26:45Z</dcterms:created>
  <dcterms:modified xsi:type="dcterms:W3CDTF">2026-07-09T19:19:25Z</dcterms:modified>
</cp:coreProperties>
</file>